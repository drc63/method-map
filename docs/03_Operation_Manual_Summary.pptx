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Operation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Running, deploying &amp; maintaining the Method Map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DOC-03  ·  Summary  ·  v1.0  ·  1 August 2026  ·  OFFICIAL-SENSITIVE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System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Item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github.com/DRC63/method-map (private)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Production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Docker web service — Starter, Oregon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Live URL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method-map.onrender.com (prince2.p3mai.com pending DNS)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SQLite, auto-seeded on boot; ephemeral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Dev 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backend 8002 · frontend 5175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Configuration (env vars)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Variable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Purpose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ADMIN_PASSWORD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Unlocks authoring — CHANGE for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DATABASE_URL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SQLAlchemy URL; point at Postgres to persist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CORS_ORIGINS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Allowed origins in split local dev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PORT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Set by Render automatically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Running locally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Backend: venv → pip install → python -m app.seed → uvicorn …:app --port 8002.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Front end: npm install → npm run dev -- --port 5175.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Registered in .claude/launch.json as method-map-backend / -frontend.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Data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Auto-seeds from seed_data/*.json when the DB is empty.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Reseed: python -m app.seed --force.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Corrections not in the spreadsheet go in the CORRECTIONS list in the extractor.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After a schema change, delete the DB then reseed (create_all won't alter columns).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Push to main → Render auto-builds and deploys.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DB re-seeds on boot, so bundled-data changes go live automatically.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In-app authoring edits are lost on redeploy (ephemeral disk).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Rollback: redeploy a previous good build in the Render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Custom domain &amp; DNS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Add this at the p3mai.com DNS provider; Render then issues TLS.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103120"/>
          <a:ext cx="110642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6126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Type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Host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prince2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method-map.onrender.com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Monitoring &amp; health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Health probe: GET /api/health → {status: ok} (Render's deploy check).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Render dashboard → Logs (live tail) and Metrics.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plain 404 right after deploy is routing propagation — retry shortly.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Troubleshooting (top items)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858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Symptom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Fix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 reverted after 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Expected — put durable changes in the seed, or add persistence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Writes rejected (401)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Re-enter admin password; check ADMIN_PASSWORD in Render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New column missing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Delete DB and reseed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Slow first hit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Instance woke from sleep — wait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Backup &amp; persistence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authoritative data is the seed JSON in Git — that is the backup.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running DB is disposable, rebuilt on every boot.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For durable edits: attach a Render disk or migrate to Postgres.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