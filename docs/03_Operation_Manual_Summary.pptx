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C9A227"/>
                </a:solidFill>
                <a:latin typeface="Segoe UI Semibold"/>
              </a:rPr>
              <a:t>P3MAI  ·  METHOD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 Semibold"/>
              </a:rPr>
              <a:t>Operation Manual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C8D2E0"/>
                </a:solidFill>
                <a:latin typeface="Segoe UI"/>
              </a:rPr>
              <a:t>Running, deploying &amp; maintaining the Method Map —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FB0C4"/>
                </a:solidFill>
                <a:latin typeface="Segoe UI"/>
              </a:rPr>
              <a:t>DOC-03  ·  Summary  ·  v1.0  ·  1 August 2026  ·  OFFICIAL-SENSITIVE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System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69164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1381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 Semibold"/>
                        </a:rPr>
                        <a:t>Item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 Semibold"/>
                        </a:rPr>
                        <a:t>Value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Repository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github.com/DRC63/method-map (+ apps-gateway front door)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Production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Render Docker web services — Starter, Oregon — one per framework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method-map · msp-method-map · safe-method-map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Live URLs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apps.p3mai.com/prince2 · /msp · /safe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SQLite, auto-seeds its FRAMEWORK_KEY on boot; ephemeral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Dev ports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backend 8002 · frontend 5175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OFFICIAL-SENSITIVE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DOC-03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Configuration (env vars)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69164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75895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 Semibold"/>
                        </a:rPr>
                        <a:t>Variable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 Semibold"/>
                        </a:rPr>
                        <a:t>Purpose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FRAMEWORK_KEY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Which framework this service seeds + serves (prince2-7 / msp-5 / safe-essential)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APP_BASE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SPA base path for the front door (/prince2/ · /msp/ · /safe/)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ADMIN_PASSWORD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Unlocks authoring — CHANGE for production; per-service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DATABASE_URL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SQLAlchemy URL; point at Postgres to persist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Set by Render automatically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OFFICIAL-SENSITIVE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DOC-03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Running locally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Backend: venv → pip install → python -m app.seed → uvicorn …:app --port 8002.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Front end: npm install → npm run dev -- --port 5175.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Registered in .claude/launch.json as method-map-backend / -frontend.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OFFICIAL-SENSITIVE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DOC-03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Data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Auto-seeds from seed_data/*.json when the DB is empty.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Reseed: python -m app.seed --force.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Corrections not in the spreadsheet go in the CORRECTIONS list in the extractor.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After a schema change, delete the DB then reseed (create_all won't alter columns).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OFFICIAL-SENSITIVE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DOC-03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0B2545"/>
                </a:solidFill>
                <a:latin typeface="Segoe UI"/>
              </a:rPr>
              <a:t>•  Push to main → Render auto-builds and deploys every framework service.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One image per framework; FRAMEWORK_KEY + APP_BASE differ, nothing else.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DB re-seeds on boot, so bundled-data changes go live automatically.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New framework: add render.yaml service → sync Blueprint + set ADMIN_PASSWORD → add apps-gateway route.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In-app authoring edits are lost on redeploy (ephemeral disk).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OFFICIAL-SENSITIVE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DOC-03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Front door (apps.p3mai.com)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5544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675"/>
                </a:solidFill>
                <a:latin typeface="Segoe UI"/>
              </a:rPr>
              <a:t>apps-gateway reverse proxy strips the slug; one line per framework in ORIGINS.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2103120"/>
          <a:ext cx="85039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61264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 Semibold"/>
                        </a:rPr>
                        <a:t>Slug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 Semibold"/>
                        </a:rPr>
                        <a:t>Service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/prince2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method-map.onrender.com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/msp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msp-method-map.onrender.com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/safe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safe-method-map.onrender.com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OFFICIAL-SENSITIVE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DOC-03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Monitoring &amp; health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Health probe: GET /api/health → {status: ok} (Render's deploy check).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Render dashboard → Logs (live tail) and Metrics.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A plain 404 right after deploy is routing propagation — retry shortly.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OFFICIAL-SENSITIVE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DOC-03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Troubleshooting (top items)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69164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68580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 Semibold"/>
                        </a:rPr>
                        <a:t>Symptom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 Semibold"/>
                        </a:rPr>
                        <a:t>Fix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Data reverted after deploy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Expected — put durable changes in the seed, or add persistence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Writes rejected (401)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Re-enter admin password; check ADMIN_PASSWORD in Render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New column missing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Delete DB and reseed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Slow first hit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Instance woke from sleep — wait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OFFICIAL-SENSITIVE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DOC-03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Backup &amp; persistence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The authoritative data is the seed JSON in Git — that is the backup.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The running DB is disposable, rebuilt on every boot.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For durable edits: attach a Render disk or migrate to Postgres.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OFFICIAL-SENSITIVE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DOC-03  ·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