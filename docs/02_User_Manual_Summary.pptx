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Segoe UI Semibold"/>
              </a:rPr>
              <a:t>P3MAI  ·  METHOD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User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8D2E0"/>
                </a:solidFill>
                <a:latin typeface="Segoe UI"/>
              </a:rPr>
              <a:t>Using the P3MAI Method Map —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4"/>
                </a:solidFill>
                <a:latin typeface="Segoe UI"/>
              </a:rPr>
              <a:t>DOC-02  ·  Summary  ·  v1.0  ·  1 August 2026  ·  OFFICIAL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What the Method Map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6675"/>
                </a:solidFill>
                <a:latin typeface="Segoe UI"/>
              </a:rPr>
              <a:t>A picture of how a method fits together — this deck uses PRINCE2 as the example.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Turns a method's cross-reference into an explorable network — PRINCE2, MSP or SAFe.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See which roles, practices/competencies, and products/artefacts each activity touches.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Tailor engagements, onboard teams, and explain governance visually.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The screen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5"/>
                </a:solidFill>
                <a:latin typeface="Segoe UI"/>
              </a:rPr>
              <a:t>Sidebar · control panel · graph stage · detail panel.</a:t>
            </a:r>
          </a:p>
        </p:txBody>
      </p:sp>
      <p:pic>
        <p:nvPicPr>
          <p:cNvPr id="5" name="Picture 4" descr="ui_explo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085" y="2057400"/>
            <a:ext cx="7471525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Reading the codes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5"/>
                </a:solidFill>
                <a:latin typeface="Segoe UI"/>
              </a:rPr>
              <a:t>The most important thing to learn — labels on every link.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10312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63093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Where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Codes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Roles / practices / approaches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C Responsible · P Participates · N Assists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Products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I Input · O Output · U Update · A Authorise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The Matrix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Processes top, activities beneath, products in a band below.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Roles left, practices right, management approaches along the bottom.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Bigger nodes = more direct responsibilities.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Drag to pan, scroll to zoom, click a node for detail.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The Timeline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6675"/>
                </a:solidFill>
                <a:latin typeface="Segoe UI"/>
              </a:rPr>
              <a:t>Watch the project unfold over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Processes in swimlanes (Directing / Managing / Delivering), left→right in order.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A scrubber walks the lifecycle stage by stage.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Play to auto-advance; Spotlight one stage, or Cumulative to build up.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Reset (gold button) clears the selection and scrubber back to the full 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Select a node → the detail panel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The node glows gold; its neighbours stay bright, the rest dim.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The panel lists every relationship, with codes and owning process.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A process lists its activities in sequence.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Export a PDF summary or a CSV of just that element.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Project Lifecycle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The classic PRINCE2 process model as a swimlane.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Time runs left→right: Pre-project → Initiation → Delivery ⟳ → Final.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Click a process to see its activities in sequence; jump into the graph.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Exporting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916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Export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Gives you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Graph as PNG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A picture of the current view for slides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CSV / Excel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The whole cross-reference as a spreadsheet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Entity 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A branded one-element relationship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The other frameworks (same tool)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6675"/>
                </a:solidFill>
                <a:latin typeface="Segoe UI"/>
              </a:rPr>
              <a:t>Open each at apps.p3mai.com/prince2 · /msp · /safe · /pmbok.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MSP 5th ed — programme processes across Identify → Define → Delivery ⟳ → Close; codes C/P/N, CO/CR/RF/RV/UP/IM.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SAFe 6.0 Essential — events across the PI cadence (PI Planning → Iterations ⟳ → IP → Inspect &amp; Adapt); codes F/A/P/I and I/C/U/R/E.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PMBOK 6th ed — the 49-process matrix, 10 Knowledge Areas × 5 Process Groups; codes I/O (inputs/outputs) and T (tools).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Same screens and exports; only the layers and codes differ. The Guide always describes the map you're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Good to know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First load after a quiet spell can take up to a minute (the app wakes).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A dashed ring means the data is indicative — verify before formal use.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Authoring mode (password) lets authorised users correct the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DOC-02  ·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