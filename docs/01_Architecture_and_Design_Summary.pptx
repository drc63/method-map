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12191695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C9A227"/>
                </a:solidFill>
                <a:latin typeface="Segoe UI Semibold"/>
              </a:rPr>
              <a:t>P3MAI  ·  METHOD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377440"/>
            <a:ext cx="105156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Segoe UI Semibold"/>
              </a:rPr>
              <a:t>Architecture &amp;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C8D2E0"/>
                </a:solidFill>
                <a:latin typeface="Segoe UI"/>
              </a:rPr>
              <a:t>Technical design of the P3MAI Method Map — summary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FB0C4"/>
                </a:solidFill>
                <a:latin typeface="Segoe UI"/>
              </a:rPr>
              <a:t>DOC-01  ·  Summary  ·  v1.0  ·  1 August 2026  ·  OFFICIAL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What it 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600200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5B6675"/>
                </a:solidFill>
                <a:latin typeface="Segoe UI"/>
              </a:rPr>
              <a:t>An explorable picture of a project-, programme- or agile-delivery method.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Three methods as interactive network graphs: PRINCE2 7, MSP 5th ed, SAFe 6.0 Essential.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Each cross-references its activities to the roles, artefacts, practices and principles around them.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Single-origin web app; config-driven, framework-agnostic model — a new method is just data.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DOC-01  ·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Technology stack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691640"/>
          <a:ext cx="11064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786384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 Semibold"/>
                        </a:rPr>
                        <a:t>Layer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 Semibold"/>
                        </a:rPr>
                        <a:t>Technology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Backend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FastAPI + SQLAlchemy + SQLite (Python 3.12)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Front end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React 19 + Vite, react-force-graph-2d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Exports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openpyxl (CSV/Excel), reportlab (PDF)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Packaging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Docker (multi-stage), single image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Hosting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Render — Docker web service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DOC-01  ·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Deployment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55448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B6675"/>
                </a:solidFill>
                <a:latin typeface="Segoe UI"/>
              </a:rPr>
              <a:t>One container serves the API and the built React app — a single origin.</a:t>
            </a:r>
          </a:p>
        </p:txBody>
      </p:sp>
      <p:pic>
        <p:nvPicPr>
          <p:cNvPr id="5" name="Picture 4" descr="arch_deploy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0648" y="2057400"/>
            <a:ext cx="6850398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DOC-01  ·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Data 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55448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B6675"/>
                </a:solidFill>
                <a:latin typeface="Segoe UI"/>
              </a:rPr>
              <a:t>Framework → entities → relationships; each framework's config (types/codes/lanes/phases) makes the app generic — adding MSP or SAFe is a data file.</a:t>
            </a:r>
          </a:p>
        </p:txBody>
      </p:sp>
      <p:pic>
        <p:nvPicPr>
          <p:cNvPr id="5" name="Picture 4" descr="arch_data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0085" y="2057400"/>
            <a:ext cx="7471525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DOC-01  ·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The graph link 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55448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B6675"/>
                </a:solidFill>
                <a:latin typeface="Segoe UI"/>
              </a:rPr>
              <a:t>Contains, direct and derived links are built from activity-centric data.</a:t>
            </a:r>
          </a:p>
        </p:txBody>
      </p:sp>
      <p:pic>
        <p:nvPicPr>
          <p:cNvPr id="5" name="Picture 4" descr="arch_graph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3659" y="2057400"/>
            <a:ext cx="7704377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DOC-01  ·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Two fixed layouts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600200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5B6675"/>
                </a:solidFill>
                <a:latin typeface="Segoe UI"/>
              </a:rPr>
              <a:t>Positional meaning instead of an organic blob.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0B2545"/>
                </a:solidFill>
                <a:latin typeface="Segoe UI"/>
              </a:rPr>
              <a:t>•  Matrix — processes top, activities beneath, products below; roles left, practices right, approaches bottom.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0B2545"/>
                </a:solidFill>
                <a:latin typeface="Segoe UI"/>
              </a:rPr>
              <a:t>•  Timeline — lifecycle swimlanes (Directing / Managing / Delivering) with a stage scrubber.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Both pin node positions; node size reflects direct responsibilities (C/P/N/I/O/U/A count).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DOC-01  ·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Security &amp; deployment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251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Reads are open (public reference, no personal data).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Writes need a single admin password (X-Admin-Password header).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Render Blueprint: one service per framework (FRAMEWORK_KEY + APP_BASE); push to main auto-deploys all.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Shared front door apps.p3mai.com (apps-gateway) routes /prince2, /msp, /safe.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DB auto-seeds its framework on boot — ephemeral disk, so edits reset on redeploy.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DOC-01  ·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Key design decisions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691640"/>
          <a:ext cx="110642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649224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 Semibold"/>
                        </a:rPr>
                        <a:t>Decision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 Semibold"/>
                        </a:rPr>
                        <a:t>Why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Config-driven, framework-agnostic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PRINCE2, MSP &amp; SAFe on one codebase; new method = data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One image, one service per framework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FRAMEWORK_KEY selects each; shared front door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Activity-centric relationships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One row per real mark; higher links derived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Fixed layouts + direct_degree size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Readable structure; stable weighting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DOC-01  ·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Roadmap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251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0B2545"/>
                </a:solidFill>
                <a:latin typeface="Segoe UI"/>
              </a:rPr>
              <a:t>•  Done — MSP 5th Edition and SAFe 6.0 Essential are live behind the front door.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SME-verify the MSP / SAFe indicative activity breakdowns and marks.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Extend SAFe beyond Essential (Portfolio / Large Solution).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Persistent storage (disk / Postgres) so authoring edits survive redeploys.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DOC-01  · 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