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Technical design of the P3MAI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An explorable picture of a project-, programme- or agile-delivery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Four methods as interactive network graphs: PRINCE2 7, MSP 5th ed, SAFe 6.0 Essential, PMBOK 6th 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Each cross-references its activities/processes to the roles, artefacts, tools and principles around them.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Single-origin web app; config-driven, framework-agnostic model — a new method is (almost) just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FastAPI + SQLAlchemy + SQLite (Python 3.12)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Front end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React 19 + Vite, react-force-graph-2d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openpyxl (CSV/Excel), reportlab (PDF)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Packaging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Docker (multi-stage), single image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— Docker web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One container serves the API and the built React app — a single origin.</a:t>
            </a:r>
          </a:p>
        </p:txBody>
      </p:sp>
      <p:pic>
        <p:nvPicPr>
          <p:cNvPr id="5" name="Picture 4" descr="arch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648" y="2057400"/>
            <a:ext cx="685039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Framework → entities → relationships; each framework's config (types/codes/lanes/phases) makes the app generic — adding MSP or SAFe is a data file.</a:t>
            </a:r>
          </a:p>
        </p:txBody>
      </p:sp>
      <p:pic>
        <p:nvPicPr>
          <p:cNvPr id="5" name="Picture 4" descr="arch_data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085" y="2057400"/>
            <a:ext cx="74715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graph link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Contains, direct and derived links are built from activity-centric data.</a:t>
            </a:r>
          </a:p>
        </p:txBody>
      </p:sp>
      <p:pic>
        <p:nvPicPr>
          <p:cNvPr id="5" name="Picture 4" descr="arch_graph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659" y="2057400"/>
            <a:ext cx="770437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Two fixed layouts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Positional meaning instead of an organic blob.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Matrix — processes top, activities beneath, products below; roles left, practices right, approaches bottom.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Timeline — lifecycle swimlanes (Directing / Managing / Delivering) with a stage scrubber.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Both pin node positions; node size reflects direct responsibilities (C/P/N/I/O/U/A count).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Reads are open (public reference, no personal data).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Writes need a single admin password (X-Admin-Password header).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Blueprint: one service per framework (FRAMEWORK_KEY + APP_BASE); push to main auto-deploys all.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Shared front door apps.p3mai.com (apps-gateway) routes /prince2, /msp, /safe.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DB auto-seeds its framework on boot — ephemeral disk, so edits reset on redeploy.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Config-driven, framework-agnostic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PRINCE2, MSP &amp; SAFe on one codebase; new method =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image, one service per framework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FRAMEWORK_KEY selects each; shared front door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Activity-centric relationships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row per real mark; higher links derived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Fixed layouts + direct_degree size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Readable structure; stable weighting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Done — MSP, SAFe 6.0 Essential and PMBOK 6th ed are live behind the front door.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SME-verify the indicative activity breakdowns / PMBOK ITTO cross-references.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Extend SAFe beyond Essential; consider PMBOK 7/8 (principles + performance domains).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Persistent storage (disk / Postgres) so authoring edits survive redeploys.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