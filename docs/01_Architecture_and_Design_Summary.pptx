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9A227"/>
                </a:solidFill>
                <a:latin typeface="Segoe UI Semibold"/>
              </a:rPr>
              <a:t>P3MAI  ·  METHOD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Architecture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8D2E0"/>
                </a:solidFill>
                <a:latin typeface="Segoe UI"/>
              </a:rPr>
              <a:t>Technical design of the P3MAI Method Map —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FB0C4"/>
                </a:solidFill>
                <a:latin typeface="Segoe UI"/>
              </a:rPr>
              <a:t>DOC-01  ·  Summary  ·  v1.0  ·  1 August 2026  ·  OFFICIAL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What it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675"/>
                </a:solidFill>
                <a:latin typeface="Segoe UI"/>
              </a:rPr>
              <a:t>An explorable picture of a project-management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PRINCE2 7 rendered as an interactive network graph.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7 processes, 41 activities, cross-referenced to roles, practices, approaches and products.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Single-origin web app; framework-agnostic data model (MSP-ready).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8638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Layer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Technology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FastAPI + SQLAlchemy + SQLite (Python 3.12)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Front end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React 19 + Vite, react-force-graph-2d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Exports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openpyxl (CSV/Excel), reportlab (PDF)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Packaging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Docker (multi-stage), single image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Render — Docker web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Deployment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5"/>
                </a:solidFill>
                <a:latin typeface="Segoe UI"/>
              </a:rPr>
              <a:t>One container serves the API and the built React app — a single origin.</a:t>
            </a:r>
          </a:p>
        </p:txBody>
      </p:sp>
      <p:pic>
        <p:nvPicPr>
          <p:cNvPr id="5" name="Picture 4" descr="arch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648" y="2057400"/>
            <a:ext cx="685039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5"/>
                </a:solidFill>
                <a:latin typeface="Segoe UI"/>
              </a:rPr>
              <a:t>Framework → entities → relationships; adding MSP means adding a data file.</a:t>
            </a:r>
          </a:p>
        </p:txBody>
      </p:sp>
      <p:pic>
        <p:nvPicPr>
          <p:cNvPr id="5" name="Picture 4" descr="arch_data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085" y="2057400"/>
            <a:ext cx="7471525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The graph link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675"/>
                </a:solidFill>
                <a:latin typeface="Segoe UI"/>
              </a:rPr>
              <a:t>Contains, direct and derived links are built from activity-centric data.</a:t>
            </a:r>
          </a:p>
        </p:txBody>
      </p:sp>
      <p:pic>
        <p:nvPicPr>
          <p:cNvPr id="5" name="Picture 4" descr="arch_graph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659" y="2057400"/>
            <a:ext cx="7704377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Two fixed layouts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675"/>
                </a:solidFill>
                <a:latin typeface="Segoe UI"/>
              </a:rPr>
              <a:t>Positional meaning instead of an organic blob.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0B2545"/>
                </a:solidFill>
                <a:latin typeface="Segoe UI"/>
              </a:rPr>
              <a:t>•  Matrix — processes top, activities beneath, products below; roles left, practices right, approaches bottom.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0B2545"/>
                </a:solidFill>
                <a:latin typeface="Segoe UI"/>
              </a:rPr>
              <a:t>•  Timeline — lifecycle swimlanes (Directing / Managing / Delivering) with a stage scrubber.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Both pin node positions; node size reflects direct responsibilities (C/P/N/I/O/U/A count).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Security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Reads are open (public reference, no personal data).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Writes need a single admin password (X-Admin-Password header).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Render Blueprint (render.yaml); push to main auto-deploys.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DB auto-seeds on boot — ephemeral disk, so edits reset on redeploy.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916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922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Decision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 Semibold"/>
                        </a:rPr>
                        <a:t>Why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Framework-agnostic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MSP drops in as data, no code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Activity-centric relationships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One row per real mark; higher links derived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Self-contained JSON 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Deploy independent of the spreadsheet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Fixed layouts + direct_degree size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C2B3A"/>
                          </a:solidFill>
                          <a:latin typeface="Segoe UI"/>
                        </a:rPr>
                        <a:t>Readable structure; stable weighting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0B2545"/>
                </a:solidFill>
                <a:latin typeface="Segoe UI Semibold"/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07008"/>
            <a:ext cx="29260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4251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Populate and enable MSP 5th Edition as a second framework.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Persistent storage (disk / Postgres) so authoring edits survive redeploys.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>
                <a:solidFill>
                  <a:srgbClr val="1C2B3A"/>
                </a:solidFill>
                <a:latin typeface="Segoe UI"/>
              </a:rPr>
              <a:t>•  Saved per-engagement tailored views.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A8841C"/>
                </a:solidFill>
                <a:latin typeface="Segoe UI"/>
              </a:rPr>
              <a:t>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1908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6675"/>
                </a:solidFill>
                <a:latin typeface="Segoe UI"/>
              </a:rPr>
              <a:t>DOC-01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